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8010" y="322580"/>
            <a:ext cx="11314430" cy="2387600"/>
          </a:xfrm>
        </p:spPr>
        <p:txBody>
          <a:bodyPr/>
          <a:p>
            <a:pPr algn="ctr"/>
            <a:r>
              <a:rPr lang="en-US" altLang="en-US" sz="3200" b="1">
                <a:latin typeface="Algerian" panose="04020705040A02060702" charset="0"/>
                <a:cs typeface="Algerian" panose="04020705040A02060702" charset="0"/>
              </a:rPr>
              <a:t>Superstore Sales Analysis &amp; Data Storytelling</a:t>
            </a:r>
            <a:endParaRPr lang="en-US" altLang="en-US" sz="3200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38488"/>
            <a:ext cx="9144000" cy="1655762"/>
          </a:xfrm>
        </p:spPr>
        <p:txBody>
          <a:bodyPr/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Data Analytics Internship Project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Name: Sumit Sharma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Tools Used: Python, SQL, Power BI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Project Objective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8575"/>
            <a:ext cx="10972800" cy="4953000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objective of this project is to analyze sales data from the Superstore dataset to identify key business insights.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analysis focuses on: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• Sales performance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• Regional trends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• Product category performance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• Customer segments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Dataset Overview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Dataset Name: Superstore Sales Dataset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Total Records: 9800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Total Columns: 21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Key Fields: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Order Date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Category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Region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Segment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Sales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• Shipping Days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Key Performance Indicators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3525520"/>
            <a:ext cx="10972800" cy="2146935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Total Sales: ₹2.26M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Total Orders: 9800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Average Shipping Days: 3.95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97635"/>
            <a:ext cx="7902575" cy="1376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Sales Performance by Category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893820"/>
            <a:ext cx="10972800" cy="131762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Technology category generates the highest sales revenue.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Furniture and Office Supplies contribute moderate sales.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Screenshot 2026-03-09 110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" y="1238250"/>
            <a:ext cx="4162425" cy="2190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Regional Sales Analysis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001135"/>
            <a:ext cx="10972800" cy="150939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West region contributes the highest overall sales.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The South region has the lowest sales performance.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1311910"/>
            <a:ext cx="4667250" cy="2125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Monthly Sales Trend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003800"/>
            <a:ext cx="7732395" cy="117284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Sales increase toward the end of the year.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This indicates seasonal demand during the final months.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55" y="1526540"/>
            <a:ext cx="7388860" cy="272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Customer Segment Performance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0095"/>
            <a:ext cx="8792845" cy="1200785"/>
          </a:xfrm>
        </p:spPr>
        <p:txBody>
          <a:bodyPr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Consumer segment generates the highest number of orders.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Corporate and Home Office segments contribute smaller portions.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Screenshot 2026-03-09 111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8710" y="1186815"/>
            <a:ext cx="1726565" cy="735965"/>
          </a:xfrm>
          <a:prstGeom prst="rect">
            <a:avLst/>
          </a:prstGeom>
        </p:spPr>
      </p:pic>
      <p:pic>
        <p:nvPicPr>
          <p:cNvPr id="5" name="Picture 4" descr="Screenshot 2026-03-09 111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10" y="1186815"/>
            <a:ext cx="3781425" cy="619125"/>
          </a:xfrm>
          <a:prstGeom prst="rect">
            <a:avLst/>
          </a:prstGeom>
        </p:spPr>
      </p:pic>
      <p:pic>
        <p:nvPicPr>
          <p:cNvPr id="6" name="Picture 5" descr="Screenshot 2026-03-09 111054"/>
          <p:cNvPicPr>
            <a:picLocks noChangeAspect="1"/>
          </p:cNvPicPr>
          <p:nvPr/>
        </p:nvPicPr>
        <p:blipFill>
          <a:blip r:embed="rId3"/>
          <a:srcRect l="4781"/>
          <a:stretch>
            <a:fillRect/>
          </a:stretch>
        </p:blipFill>
        <p:spPr>
          <a:xfrm>
            <a:off x="4918710" y="2100580"/>
            <a:ext cx="1644015" cy="664845"/>
          </a:xfrm>
          <a:prstGeom prst="rect">
            <a:avLst/>
          </a:prstGeom>
        </p:spPr>
      </p:pic>
      <p:pic>
        <p:nvPicPr>
          <p:cNvPr id="7" name="Picture 6" descr="Screenshot 2026-03-09 1110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10" y="2152015"/>
            <a:ext cx="3752850" cy="533400"/>
          </a:xfrm>
          <a:prstGeom prst="rect">
            <a:avLst/>
          </a:prstGeom>
        </p:spPr>
      </p:pic>
      <p:pic>
        <p:nvPicPr>
          <p:cNvPr id="8" name="Picture 7" descr="Screenshot 2026-03-09 1111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710" y="3031490"/>
            <a:ext cx="1644015" cy="664845"/>
          </a:xfrm>
          <a:prstGeom prst="rect">
            <a:avLst/>
          </a:prstGeom>
        </p:spPr>
      </p:pic>
      <p:pic>
        <p:nvPicPr>
          <p:cNvPr id="9" name="Picture 8" descr="Screenshot 2026-03-09 1111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10" y="3031490"/>
            <a:ext cx="3724275" cy="56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Hypothesis Testing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Hypothesis: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Technology category generates significantly higher sales than other categories.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Null Hypothesis (H0):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Technology sales are equal to other categories.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Alternative Hypothesis (H1):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Technology sales are higher than other categories.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Statistical Validation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A T-Test was performed to compare sales of Technology category with other categories.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Result: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p-value &lt; 0.05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Conclusion: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Technology category sales are statistically higher than other categories.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Key Business Insights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2410"/>
            <a:ext cx="10972800" cy="2329180"/>
          </a:xfrm>
        </p:spPr>
        <p:txBody>
          <a:bodyPr/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Technology category drives the highest revenue.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West region performs best in sales.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Sales increase toward the end of the year.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Consumer segment contributes the most orders.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Algerian" panose="04020705040A02060702" charset="0"/>
                <a:cs typeface="Algerian" panose="04020705040A02060702" charset="0"/>
              </a:rPr>
              <a:t>Conclusion</a:t>
            </a:r>
            <a:endParaRPr lang="en-US" alt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1460"/>
            <a:ext cx="10248900" cy="4953000"/>
          </a:xfrm>
        </p:spPr>
        <p:txBody>
          <a:bodyPr/>
          <a:p>
            <a:pPr marL="0" indent="0">
              <a:buNone/>
            </a:pPr>
            <a:r>
              <a:rPr lang="en-US" altLang="en-US" sz="2400" b="1">
                <a:latin typeface="Times New Roman" panose="02020603050405020304" charset="0"/>
                <a:cs typeface="Times New Roman" panose="02020603050405020304" charset="0"/>
              </a:rPr>
              <a:t>The analysis shows that technology products and the West region drive most of the revenue.</a:t>
            </a:r>
            <a:endParaRPr lang="en-US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Recommendations: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Focus marketing on high-performing regions.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Increase inventory for high-demand products.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• Prepare for seasonal demand increases.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2066</Words>
  <Application>WPS Presentation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Algerian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Sumit Sharma</dc:creator>
  <cp:lastModifiedBy>Sumit Sharma</cp:lastModifiedBy>
  <cp:revision>3</cp:revision>
  <dcterms:created xsi:type="dcterms:W3CDTF">2025-07-23T00:59:00Z</dcterms:created>
  <dcterms:modified xsi:type="dcterms:W3CDTF">2026-03-09T07:18:47Z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A6F0A4919D9E4DF4A3E187A8D5A2D284_11</vt:lpwstr>
  </property>
  <property fmtid="{D5CDD505-2E9C-101B-9397-08002B2CF9AE}" pid="3" name="KSOProductBuildVer">
    <vt:lpwstr>1033-12.2.0.23196</vt:lpwstr>
  </property>
</Properties>
</file>